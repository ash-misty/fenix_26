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554480"/>
            <a:ext cx="2286000" cy="2286000"/>
          </a:xfrm>
          <a:prstGeom prst="ellipse">
            <a:avLst/>
          </a:prstGeom>
          <a:solidFill>
            <a:srgbClr val="A87B1F">
              <a:alpha val="40000"/>
            </a:srgbClr>
          </a:solidFill>
          <a:ln w="12700">
            <a:solidFill>
              <a:srgbClr val="A87B1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383280"/>
            <a:ext cx="1280160" cy="1280160"/>
          </a:xfrm>
          <a:prstGeom prst="ellipse">
            <a:avLst/>
          </a:prstGeom>
          <a:solidFill>
            <a:srgbClr val="F1DDE0">
              <a:alpha val="15000"/>
            </a:srgbClr>
          </a:solidFill>
          <a:ln w="12700">
            <a:solidFill>
              <a:srgbClr val="F1DDE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28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mnt/user-data/uploads/10001555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28600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College of Engineering, BIT Campus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 University, Tiruchirappalli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[Paper Title]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[Agentic AI  |  Quantum Computing &amp; Cybersecurity  |  Neuromorphic Computing]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832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[Name 1, Name 2, Name 3]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Year: [Enter details]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[Enter college name]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[Symposium Name]  |  Oct 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your paper (250–300 words)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7772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problem and why it matters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your approach or proposed idea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findings or expected outcomes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the impact or real-world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topic in 2–3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relevant today?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key terms in simple words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 (if applicable): source, size,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you addressing?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your paper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limitations of the work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4480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mention existing works related to your topic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their approach and findings, in your own words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key limitations across these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941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783080"/>
            <a:ext cx="2651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in current work?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paper fill it?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3383280"/>
          </a:xfrm>
          <a:prstGeom prst="roundRect">
            <a:avLst>
              <a:gd name="adj" fmla="val 5000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6B1420"/>
          </a:solidFill>
          <a:ln w="12700">
            <a:solidFill>
              <a:srgbClr val="6B14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requirements or problem setup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1188720"/>
            <a:ext cx="1828800" cy="3383280"/>
          </a:xfrm>
          <a:prstGeom prst="roundRect">
            <a:avLst>
              <a:gd name="adj" fmla="val 5000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417320"/>
            <a:ext cx="502920" cy="502920"/>
          </a:xfrm>
          <a:prstGeom prst="ellipse">
            <a:avLst/>
          </a:prstGeom>
          <a:solidFill>
            <a:srgbClr val="6B1420"/>
          </a:solidFill>
          <a:ln w="12700">
            <a:solidFill>
              <a:srgbClr val="6B14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6060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or approach chosen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1828800" cy="3383280"/>
          </a:xfrm>
          <a:prstGeom prst="roundRect">
            <a:avLst>
              <a:gd name="adj" fmla="val 5000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417320"/>
            <a:ext cx="502920" cy="502920"/>
          </a:xfrm>
          <a:prstGeom prst="ellipse">
            <a:avLst/>
          </a:prstGeom>
          <a:solidFill>
            <a:srgbClr val="6B1420"/>
          </a:solidFill>
          <a:ln w="12700">
            <a:solidFill>
              <a:srgbClr val="6B14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6060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Algorithm, model or workflow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1188720"/>
            <a:ext cx="1828800" cy="3383280"/>
          </a:xfrm>
          <a:prstGeom prst="roundRect">
            <a:avLst>
              <a:gd name="adj" fmla="val 5000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1417320"/>
            <a:ext cx="502920" cy="502920"/>
          </a:xfrm>
          <a:prstGeom prst="ellipse">
            <a:avLst/>
          </a:prstGeom>
          <a:solidFill>
            <a:srgbClr val="6B1420"/>
          </a:solidFill>
          <a:ln w="12700">
            <a:solidFill>
              <a:srgbClr val="6B14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6060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how they are evaluated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hardware or simulators used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and frameworks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or platforms (if any)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A87B1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029200" y="1188720"/>
            <a:ext cx="3429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architecture diagram, screenshot or demo here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Applications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7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7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7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Real-World Applications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290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results show?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this be applied in industry or daily life?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Scope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or practical limitations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ethics or safety concerns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improvements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directions in this field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A87B1F"/>
          </a:solidFill>
          <a:ln w="12700">
            <a:solidFill>
              <a:srgbClr val="A87B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References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|  [Team Name]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problem and your approach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message for the audience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7F1F2"/>
          </a:solidFill>
          <a:ln w="9525">
            <a:solidFill>
              <a:srgbClr val="E6D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 style)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78308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Author, “Title,” Journal / Conference, Year.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Author, “Title,” Journal / Conference, Year.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097280"/>
            <a:ext cx="2194560" cy="2194560"/>
          </a:xfrm>
          <a:prstGeom prst="ellipse">
            <a:avLst/>
          </a:prstGeom>
          <a:solidFill>
            <a:srgbClr val="A87B1F">
              <a:alpha val="35000"/>
            </a:srgbClr>
          </a:solidFill>
          <a:ln w="12700">
            <a:solidFill>
              <a:srgbClr val="A87B1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mnt/user-data/uploads/10001555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|  [Contact Email]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Presentation Template</dc:title>
  <dc:subject>PptxGenJS Presentation</dc:subject>
  <dc:creator>PptxGenJS</dc:creator>
  <cp:lastModifiedBy>PptxGenJS</cp:lastModifiedBy>
  <cp:revision>1</cp:revision>
  <dcterms:created xsi:type="dcterms:W3CDTF">2026-09-30T08:18:28Z</dcterms:created>
  <dcterms:modified xsi:type="dcterms:W3CDTF">2026-09-30T08:18:28Z</dcterms:modified>
</cp:coreProperties>
</file>